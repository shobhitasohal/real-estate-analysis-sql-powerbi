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PwC Power BI Internship Program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Portfolio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interactive dashboards analyzing Call Centre Operations,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Churn, and Workforce Diversity &amp; Inclusion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 Sohal  |  Data &amp; BI Analyst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83480" y="4133088"/>
            <a:ext cx="1920240" cy="256032"/>
          </a:xfrm>
          <a:prstGeom prst="roundRect">
            <a:avLst>
              <a:gd name="adj" fmla="val 17857"/>
            </a:avLst>
          </a:prstGeom>
          <a:solidFill>
            <a:srgbClr val="E8734A">
              <a:alpha val="4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983480" y="413308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Power BI dashboards  |  One internship program  |  Real business impact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17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1435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calls analyzed across agents, topics &amp; time periods to uncover service gaps and staffing opportunities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560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560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17320" y="2578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2926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 revenue at risk — segmenting 7,000+ customers to identify who is churning, why, and how to retain them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03320"/>
            <a:ext cx="640080" cy="82296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70332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37216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17320" y="4069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equity analysis across hiring, promotions, turnover &amp; performance — by gender, level, and department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Call Centre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service gaps, staffing bottlenecks, and agent performance across 5,000 customer calls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Calls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Rate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078992"/>
            <a:ext cx="79552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call centre managing 5,000 monthly customer interactions had no centralized view of agent performance, call resolution rates, or demand patterns — making it impossible to optimize staffing, identify service gaps, or improve customer satisfaction, which was tracking 25% below the target of 4.50.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Gap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3.37 actual vs 4.50 target — 25% below goal with no diagnostic data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Agent Visibility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compare agent performance or identify coaching needs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Demand Patterns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decisions made without insight into call volume peaks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Connection &amp; Modelling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raw call centre data and built relationships between agent, call, and time dimension tables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KPIs: Avg Answering Speed, Calls Answered Rate, Resolution Rate, Overall Satisfaction Score, Abandoned 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 cards, day/time bar charts, and call volume by topic — with Topic, Quarter, and Month slicers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Performance Quadrant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Top 5 agents across calls answered, resolved calls, speed to answer, and satisfaction rating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Centre Performance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4.50 target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in February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Call Rate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7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12PM–5PM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2,700 calls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Period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services and payment inquiries had the highest unresolved call volume — targeted agent coaching recommended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busier for payment and contract calls; streaming spikes on Thursdays — enabling smarter scheduling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coaching sessions recommended for all agents until satisfaction targets are consistently met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6BE6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Churn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who is leaving, why, and how to retain them before it's too late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1,869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Churned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 Lost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078992"/>
            <a:ext cx="79552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telecom company was losing 1,869 customers (26.5% churn rate), resulting in $1.7M in annual revenue loss, with no structured analysis of who was churning, why they were leaving, or which segments were most at risk — making proactive retention impossible.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Blindspot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 annual loss with no segment-level attribution to guide where to 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Churn Profile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on who was churning — by contract, service, demographics, or tenure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Retention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 system — the business could only react after customers had already left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and cleaned 7,000+ customer records across demographics, contracts, services, and payment behaviour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for Total Churn, Churn %, Customer Lifetime Value, Annual Revenue Lost, and Churn by Segment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multi-dimensional visuals segmenting churn by gender, contract type, internet service, payment method, and tenure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&amp; Recommendations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highest-risk customer profiles and delivered targeted retention recommendations for each key segment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88.6%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Month-to-Month Contracts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41.7%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Citizens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E6B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churn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Fiber Optic Customers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39.8% of customers churn within the first 6 months — early onboarding identified as the highest-impact retention lever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83.4% of churning customers never used technical support — proactive outreach recommended to improve engagement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2E6BE6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outreach recommended at 3-month and 24-month milestones with exclusive cost-saving retention offers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Diversity &amp;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gender equity across hiring, promotions, turnover and performance to surface where progress is stalling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59% / 41%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/ Female Split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918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2918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Turnover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03504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FY21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56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Preview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8138160" cy="384048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27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078992"/>
            <a:ext cx="79552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298448"/>
            <a:ext cx="75895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organization struggling with gender imbalance at the executive level had no data infrastructure to understand where diversity gaps were occurring across hiring, promotions, and turnover — or why progress toward gender balance targets was stalling despite stated organizational commitments.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58368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Equity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view of gender representation across job levels, departments, or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55848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55848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465576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Gap Unknown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47288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analysis of whether men and women were being promoted at the same rate or point in tenure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2697480"/>
            <a:ext cx="2606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27889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72784" y="3291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 Blindspot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54496" y="365760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into whether women were leaving at higher rates and at which level in the organization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990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1399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16184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HR data covering FY20 hiring, FY21 promotions, FY20 turnover, and performance ratings across all departments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1488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23134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313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2402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88720" y="25328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KPIs: % Male/Female, % Promoted, % Turnover by Gender, Avg Performance Rating, Promotion Rate by Job Level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32278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3227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31546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Multi-Dimensional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Segmented all metrics by gender, job level, department, age group, contract type, and tenure for root cause analysis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368" y="4142232"/>
            <a:ext cx="402336" cy="402336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4142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40690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Gap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4361688"/>
            <a:ext cx="7223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where in the talent pipeline gender gaps widened and which departments carried the highest equity risk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Outcome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Diversity &amp; Inclusion Dashboard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64.7%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 to men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FY21 Promotion Gap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55848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47288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47288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turnover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47288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Part-Time Roles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63056" y="1188720"/>
            <a:ext cx="260604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54496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54496" y="178308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 turnover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54496" y="199339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Level (Operations)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2514600"/>
            <a:ext cx="8046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633472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Recommendations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307238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1051560" y="2999232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department has the highest overall turnover (11%) — understanding attrition drivers is critical to retention strategy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63931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3566160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56% of employees received a performance rating of 2 — mentorship and leadership development programs recommended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420624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1051560" y="4133088"/>
            <a:ext cx="7360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 bias training and structured career development programs recommended to address female leadership attrition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E4A8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572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Skills Demonstrated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3502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Modelling  ·  DAX Measures  ·  KPI Cards  ·  Dynamic Slicers  ·  Drill-through  ·  Interactive Filtering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5623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11226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 ·  Churn Analysis  ·  Workforce Analytics  ·  KPI Development  ·  Trend Analysis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60320"/>
            <a:ext cx="5943600" cy="658368"/>
          </a:xfrm>
          <a:prstGeom prst="roundRect">
            <a:avLst>
              <a:gd name="adj" fmla="val 11111"/>
            </a:avLst>
          </a:prstGeom>
          <a:solidFill>
            <a:srgbClr val="2E4A8E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6334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2889504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  ·  Executive Reporting  ·  Insight Generation  ·  Business Recommendations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Shobhita Sohal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Business Intelligence Analyst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07408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shobhita.sohal@gmail.com  |  linkedin.com/in/shobhitasohal  |  shobhitasohal.carrd.co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PwC Power BI Internship Program</dc:title>
  <dc:subject>PptxGenJS Presentation</dc:subject>
  <dc:creator>Shobhita Sohal</dc:creator>
  <cp:lastModifiedBy>Shobhita Sohal</cp:lastModifiedBy>
  <cp:revision>1</cp:revision>
  <dcterms:created xsi:type="dcterms:W3CDTF">2026-07-04T20:25:08Z</dcterms:created>
  <dcterms:modified xsi:type="dcterms:W3CDTF">2026-07-04T20:25:08Z</dcterms:modified>
</cp:coreProperties>
</file>